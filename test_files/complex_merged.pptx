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Сводный план этапов проекта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r>
                        <a:t>Фаза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Основная задача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Исполнение и контроль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 rowSpan="2">
                  <a:txBody>
                    <a:bodyPr/>
                    <a:lstStyle/>
                    <a:p>
                      <a:r>
                        <a:t>Этап 1: Проектирование</a:t>
                      </a:r>
                    </a:p>
                    <a:p>
                      <a:r>
                        <a:t>Этап 1: Проектирование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Сбор бизнес-требований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Срок: 2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Аналитик: Иванов</a:t>
                      </a:r>
                    </a:p>
                  </a:txBody>
                  <a:tcPr/>
                </a:tc>
              </a:tr>
              <a:tr h="64008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Архитектурный проект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Срок: 3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Архитектор: Смирнов</a:t>
                      </a:r>
                    </a:p>
                  </a:txBody>
                  <a:tcPr/>
                </a:tc>
              </a:tr>
              <a:tr h="640080">
                <a:tc rowSpan="2">
                  <a:txBody>
                    <a:bodyPr/>
                    <a:lstStyle/>
                    <a:p>
                      <a:r>
                        <a:t>Этап 2: Разработка</a:t>
                      </a:r>
                    </a:p>
                    <a:p>
                      <a:r>
                        <a:t>Этап 2: 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Создание 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Срок: 4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Разработчик: Кузнецов</a:t>
                      </a:r>
                    </a:p>
                  </a:txBody>
                  <a:tcPr/>
                </a:tc>
              </a:tr>
              <a:tr h="64008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Верстка и фронтенд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Срок: 3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Фронтенд: Попов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