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Обзор продукта: Платформа «Аналитика»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Квартальный отчёт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 третий квартал 2026 года платформа показала стабильный рост:</a:t>
            </a:r>
          </a:p>
          <a:p>
            <a:r>
              <a:t>• Рост пользователей: +23%</a:t>
            </a:r>
          </a:p>
          <a:p>
            <a:r>
              <a:t>• Среднее время сессии: 12 минут</a:t>
            </a:r>
          </a:p>
          <a:p>
            <a:r>
              <a:t>• NPS: 72 балла</a:t>
            </a:r>
          </a:p>
          <a:p>
            <a:r>
              <a:t>• Uptime: 99.95%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тарифов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Хранилище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ГБ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ГБ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Безлимит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API-запросы/день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Безлимит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Пользователей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Без ограничений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Поддержка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Форум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 + чат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Выделенный менеджер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по регионам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Регион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Пользователей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Выручка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Москва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 млн ₽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Санкт-Петербург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4.8 млн ₽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Новосибирск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 млн ₽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Другие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 млн 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