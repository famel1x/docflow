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Service Level Agreement (SLA)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822960">
                <a:tc>
                  <a:txBody>
                    <a:bodyPr/>
                    <a:lstStyle/>
                    <a:p>
                      <a:r>
                        <a:t>Service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Uptime 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Dedicated Support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Bronze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99.0%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Within 24 Business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 Only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Silver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99.5%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Within 8 Business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 + Chat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Gold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99.9%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Within 2 Business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24/7 Phone + Slack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Mission 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99.99%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Minutes Guaranteed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Dedicated TAM + War Room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